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dyhuo520/digital-human-koubo" TargetMode="External"/><Relationship Id="rId3" Type="http://schemas.openxmlformats.org/officeDocument/2006/relationships/hyperlink" Target="https://github.com/DenisSergeevitch/ex-ussr-kinship-research" TargetMode="External"/><Relationship Id="rId4" Type="http://schemas.openxmlformats.org/officeDocument/2006/relationships/hyperlink" Target="https://github.com/ccch1mneyyy/dsh-go" TargetMode="External"/><Relationship Id="rId5" Type="http://schemas.openxmlformats.org/officeDocument/2006/relationships/hyperlink" Target="https://github.com/qybaihe/bla" TargetMode="External"/><Relationship Id="rId6" Type="http://schemas.openxmlformats.org/officeDocument/2006/relationships/hyperlink" Target="https://github.com/anonnerdfrenzy/survival-llm" TargetMode="External"/><Relationship Id="rId7" Type="http://schemas.openxmlformats.org/officeDocument/2006/relationships/hyperlink" Target="https://github.com/unclebob/ub-mode" TargetMode="External"/><Relationship Id="rId8" Type="http://schemas.openxmlformats.org/officeDocument/2006/relationships/hyperlink" Target="https://github.com/rddmwmddr/android-ad-cleaner" TargetMode="External"/><Relationship Id="rId9" Type="http://schemas.openxmlformats.org/officeDocument/2006/relationships/hyperlink" Target="https://github.com/JustAResearcher/gpu-unlock-ada" TargetMode="External"/><Relationship Id="rId10" Type="http://schemas.openxmlformats.org/officeDocument/2006/relationships/hyperlink" Target="https://github.com/interplains/Zero-Breach-Toolkit" TargetMode="External"/><Relationship Id="rId11" Type="http://schemas.openxmlformats.org/officeDocument/2006/relationships/hyperlink" Target="https://github.com/anhao/ai-pose-gallery-zh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dyhuo520/digital-human-koubo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nisSergeevitch/ex-ussr-kinship-research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ccch1mneyyy/dsh-go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qybaihe/bla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onnerdfrenzy/survival-ll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unclebob/ub-mode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rddmwmddr/android-ad-cleaner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ustAResearcher/gpu-unlock-ada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interplains/Zero-Breach-Toolkit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hao/ai-pose-gallery-zh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1109441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1F2328"/>
                </a:solidFill>
                <a:latin typeface="Meiryo"/>
                <a:ea typeface="Meiryo"/>
              </a:rPr>
              <a:t>GitHub 週間スター上位レポート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7606A"/>
                </a:solidFill>
                <a:latin typeface="Meiryo"/>
                <a:ea typeface="Meiryo"/>
              </a:rPr>
              <a:t>2026-10-30 作成 ／ 対象: 2026-10-23 以降に作成されたリポジトリ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7606A"/>
                </a:solidFill>
                <a:latin typeface="Meiryo"/>
                <a:ea typeface="Meiryo"/>
              </a:rPr>
              <a:t>テーマ: LLM、AI 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今週の一覧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94415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291840"/>
                <a:gridCol w="1097280"/>
                <a:gridCol w="5790895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リポジトリ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一言で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テーマ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  <a:hlinkClick r:id="rId2"/>
                        </a:rPr>
                        <a:t>andyhuo520/digital-human-koubo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1,522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AI digital-human talking-head videos from one photo: Renoise MCP generation + 5 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テーマ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  <a:hlinkClick r:id="rId3"/>
                        </a:rPr>
                        <a:t>DenisSergeevitch/ex-ussr-kinship-research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1,281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Evidence-first genealogy skill for AI agents (Codex, Claude Code): church books,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テーマ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  <a:hlinkClick r:id="rId4"/>
                        </a:rPr>
                        <a:t>ccch1mneyyy/dsh-go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1,227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dsh-go — DeepSeek Harness 装进口袋：手机本机运行，也能遥控你的电脑。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テーマ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  <a:hlinkClick r:id="rId5"/>
                        </a:rPr>
                        <a:t>qybaihe/bla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1,082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🛡️ BLA (Blind LLM Agents) — Adversarial defense shield that protects binaries, 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テーマ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  <a:hlinkClick r:id="rId6"/>
                        </a:rPr>
                        <a:t>anonnerdfrenzy/survival-llm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815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A free AI assistant and survival library that runs on your own computer, with no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総合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  <a:hlinkClick r:id="rId7"/>
                        </a:rPr>
                        <a:t>unclebob/ub-mode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5,044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説明文はありません。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総合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  <a:hlinkClick r:id="rId8"/>
                        </a:rPr>
                        <a:t>rddmwmddr/android-ad-cleaner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4,898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关掉国产安卓手机系统里的广告、热搜、资讯推荐和营销推送。不 root，可还原，支持 AI 智能体一键执行。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総合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  <a:hlinkClick r:id="rId9"/>
                        </a:rPr>
                        <a:t>JustAResearcher/gpu-unlock-ada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4,545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GPU tensor unlock source for RTX 4090 and experimental RTX 4070 Ti SUPER; firmwa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総合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  <a:hlinkClick r:id="rId10"/>
                        </a:rPr>
                        <a:t>interplains/Zero-Breach-Toolkit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3,698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Free, open-source, offline checks for traces of known mercenary spyware. Works o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総合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  <a:hlinkClick r:id="rId11"/>
                        </a:rPr>
                        <a:t>anhao/ai-pose-gallery-zh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3,600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8"/>
                          </a:solidFill>
                          <a:latin typeface="Meiryo"/>
                          <a:ea typeface="Meiryo"/>
                        </a:rPr>
                        <a:t>中文版 AI 姿势参考图库 · 1439 组 / 2878 张图片 / 完整汉化 · 零依赖静态画廊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1. andyhuo520/digital-human-koubo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9441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0969DA"/>
                </a:solidFill>
                <a:latin typeface="Meiryo"/>
                <a:ea typeface="Meiryo"/>
                <a:hlinkClick r:id="rId2"/>
              </a:rPr>
              <a:t>https://github.com/andyhuo520/digital-human-koubo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8250DF"/>
                </a:solidFill>
                <a:latin typeface="Meiryo"/>
                <a:ea typeface="Meiryo"/>
              </a:rPr>
              <a:t>【テーマ】 ★ 1,522 ／ 言語 TypeScript ／ 作成 2026-10-26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328"/>
                </a:solidFill>
                <a:latin typeface="Meiryo"/>
                <a:ea typeface="Meiryo"/>
              </a:rPr>
              <a:t>AI digital-human talking-head videos from one photo: Renoise MCP generation + 5 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328"/>
                </a:solidFill>
                <a:latin typeface="Meiryo"/>
                <a:ea typeface="Meiryo"/>
              </a:rPr>
              <a:t>AI digital-human talking-head videos from one photo: Renoise MCP generation + 5 editing styles + 48 creator-grade packaging components. Agent skill for Claude Code / Codex / OpenClaw / WorkBuddy …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・スター数: 1522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・主要言語: TypeScript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1. andyhuo520/digital-human-koubo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詳細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注記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自動解説の生成に失敗しました（API エラー）。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1. andyhuo520/digital-human-koubo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技術構成と向いている人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技術構成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TypeScript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向いている人・用途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README からは不明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2. DenisSergeevitch/ex-ussr-kinship-research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9441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0969DA"/>
                </a:solidFill>
                <a:latin typeface="Meiryo"/>
                <a:ea typeface="Meiryo"/>
                <a:hlinkClick r:id="rId2"/>
              </a:rPr>
              <a:t>https://github.com/DenisSergeevitch/ex-ussr-kinship-research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8250DF"/>
                </a:solidFill>
                <a:latin typeface="Meiryo"/>
                <a:ea typeface="Meiryo"/>
              </a:rPr>
              <a:t>【テーマ】 ★ 1,281 ／ 言語 Python ／ 作成 2026-10-25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328"/>
                </a:solidFill>
                <a:latin typeface="Meiryo"/>
                <a:ea typeface="Meiryo"/>
              </a:rPr>
              <a:t>Evidence-first genealogy skill for AI agents (Codex, Claude Code): church books,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328"/>
                </a:solidFill>
                <a:latin typeface="Meiryo"/>
                <a:ea typeface="Meiryo"/>
              </a:rPr>
              <a:t>Evidence-first genealogy skill for AI agents (Codex, Claude Code): church books, civil, military, deportation and repression records across the former USSR. Replies in your language.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・スター数: 1281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・主要言語: Python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2. DenisSergeevitch/ex-ussr-kinship-research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詳細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注記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自動解説の生成に失敗しました（API エラー）。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2. DenisSergeevitch/ex-ussr-kinship-research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技術構成と向いている人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技術構成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Python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向いている人・用途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README からは不明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3. ccch1mneyyy/dsh-go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9441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0969DA"/>
                </a:solidFill>
                <a:latin typeface="Meiryo"/>
                <a:ea typeface="Meiryo"/>
                <a:hlinkClick r:id="rId2"/>
              </a:rPr>
              <a:t>https://github.com/ccch1mneyyy/dsh-go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8250DF"/>
                </a:solidFill>
                <a:latin typeface="Meiryo"/>
                <a:ea typeface="Meiryo"/>
              </a:rPr>
              <a:t>【テーマ】 ★ 1,227 ／ 言語 Dart ／ 作成 2026-10-25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328"/>
                </a:solidFill>
                <a:latin typeface="Meiryo"/>
                <a:ea typeface="Meiryo"/>
              </a:rPr>
              <a:t>dsh-go — DeepSeek Harness 装进口袋：手机本机运行，也能遥控你的电脑。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328"/>
                </a:solidFill>
                <a:latin typeface="Meiryo"/>
                <a:ea typeface="Meiryo"/>
              </a:rPr>
              <a:t>dsh-go — DeepSeek Harness 装进口袋：手机本机运行，也能遥控你的电脑。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・スター数: 1227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・主要言語: Dart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3. ccch1mneyyy/dsh-go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詳細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注記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自動解説の生成に失敗しました（API エラー）。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3. ccch1mneyyy/dsh-go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技術構成と向いている人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技術構成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Dart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向いている人・用途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README からは不明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4. qybaihe/bla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9441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0969DA"/>
                </a:solidFill>
                <a:latin typeface="Meiryo"/>
                <a:ea typeface="Meiryo"/>
                <a:hlinkClick r:id="rId2"/>
              </a:rPr>
              <a:t>https://github.com/qybaihe/bla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8250DF"/>
                </a:solidFill>
                <a:latin typeface="Meiryo"/>
                <a:ea typeface="Meiryo"/>
              </a:rPr>
              <a:t>【テーマ】 ★ 1,082 ／ 言語 TypeScript ／ 作成 2026-10-25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328"/>
                </a:solidFill>
                <a:latin typeface="Meiryo"/>
                <a:ea typeface="Meiryo"/>
              </a:rPr>
              <a:t>🛡️ BLA (Blind LLM Agents) — Adversarial defense shield that protects binaries, 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328"/>
                </a:solidFill>
                <a:latin typeface="Meiryo"/>
                <a:ea typeface="Meiryo"/>
              </a:rPr>
              <a:t>🛡️ BLA (Blind LLM Agents) — Adversarial defense shield that protects binaries, Electron apps, JS bundles, Python, and WebAssembly against AI reverse-engineering agents like REA. Poison -&gt; Exhaust -&gt; Hallucinate.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・スター数: 1082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・主要言語: TypeScript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4. qybaihe/bla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詳細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注記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自動解説の生成に失敗しました（API エラー）。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4. qybaihe/bla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技術構成と向いている人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技術構成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TypeScript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向いている人・用途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README からは不明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5. anonnerdfrenzy/survival-llm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9441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0969DA"/>
                </a:solidFill>
                <a:latin typeface="Meiryo"/>
                <a:ea typeface="Meiryo"/>
                <a:hlinkClick r:id="rId2"/>
              </a:rPr>
              <a:t>https://github.com/anonnerdfrenzy/survival-llm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8250DF"/>
                </a:solidFill>
                <a:latin typeface="Meiryo"/>
                <a:ea typeface="Meiryo"/>
              </a:rPr>
              <a:t>【テーマ】 ★ 815 ／ 言語 Python ／ 作成 2026-10-24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328"/>
                </a:solidFill>
                <a:latin typeface="Meiryo"/>
                <a:ea typeface="Meiryo"/>
              </a:rPr>
              <a:t>A free AI assistant and survival library that runs on your own computer, with no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328"/>
                </a:solidFill>
                <a:latin typeface="Meiryo"/>
                <a:ea typeface="Meiryo"/>
              </a:rPr>
              <a:t>A free AI assistant and survival library that runs on your own computer, with no internet needed. Shows the source of every answer.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・スター数: 815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・主要言語: Python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5. anonnerdfrenzy/survival-llm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詳細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注記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自動解説の生成に失敗しました（API エラー）。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5. anonnerdfrenzy/survival-llm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技術構成と向いている人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技術構成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Python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向いている人・用途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README からは不明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6. unclebob/ub-mode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9441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0969DA"/>
                </a:solidFill>
                <a:latin typeface="Meiryo"/>
                <a:ea typeface="Meiryo"/>
                <a:hlinkClick r:id="rId2"/>
              </a:rPr>
              <a:t>https://github.com/unclebob/ub-mode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1A7F37"/>
                </a:solidFill>
                <a:latin typeface="Meiryo"/>
                <a:ea typeface="Meiryo"/>
              </a:rPr>
              <a:t>【総合】 ★ 5,044 ／ 言語 不明 ／ 作成 2026-10-25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328"/>
                </a:solidFill>
                <a:latin typeface="Meiryo"/>
                <a:ea typeface="Meiryo"/>
              </a:rPr>
              <a:t>説明文はありません。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328"/>
                </a:solidFill>
                <a:latin typeface="Meiryo"/>
                <a:ea typeface="Meiryo"/>
              </a:rPr>
              <a:t>説明文はありません。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・スター数: 5044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・主要言語: 不明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6. unclebob/ub-mode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詳細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注記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自動解説の生成に失敗しました（API エラー）。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6. unclebob/ub-mode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技術構成と向いている人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技術構成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不明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向いている人・用途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README からは不明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7. rddmwmddr/android-ad-cleaner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9441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0969DA"/>
                </a:solidFill>
                <a:latin typeface="Meiryo"/>
                <a:ea typeface="Meiryo"/>
                <a:hlinkClick r:id="rId2"/>
              </a:rPr>
              <a:t>https://github.com/rddmwmddr/android-ad-cleaner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1A7F37"/>
                </a:solidFill>
                <a:latin typeface="Meiryo"/>
                <a:ea typeface="Meiryo"/>
              </a:rPr>
              <a:t>【総合】 ★ 4,898 ／ 言語 Python ／ 作成 2026-10-24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328"/>
                </a:solidFill>
                <a:latin typeface="Meiryo"/>
                <a:ea typeface="Meiryo"/>
              </a:rPr>
              <a:t>关掉国产安卓手机系统里的广告、热搜、资讯推荐和营销推送。不 root，可还原，支持 AI 智能体一键执行。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328"/>
                </a:solidFill>
                <a:latin typeface="Meiryo"/>
                <a:ea typeface="Meiryo"/>
              </a:rPr>
              <a:t>关掉国产安卓手机系统里的广告、热搜、资讯推荐和营销推送。不 root，可还原，支持 AI 智能体一键执行。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・スター数: 4898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・主要言語: Python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7. rddmwmddr/android-ad-cleaner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詳細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注記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自動解説の生成に失敗しました（API エラー）。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7. rddmwmddr/android-ad-cleaner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技術構成と向いている人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技術構成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Python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向いている人・用途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README からは不明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8. JustAResearcher/gpu-unlock-ada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9441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0969DA"/>
                </a:solidFill>
                <a:latin typeface="Meiryo"/>
                <a:ea typeface="Meiryo"/>
                <a:hlinkClick r:id="rId2"/>
              </a:rPr>
              <a:t>https://github.com/JustAResearcher/gpu-unlock-ada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1A7F37"/>
                </a:solidFill>
                <a:latin typeface="Meiryo"/>
                <a:ea typeface="Meiryo"/>
              </a:rPr>
              <a:t>【総合】 ★ 4,545 ／ 言語 C ／ 作成 2026-10-23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328"/>
                </a:solidFill>
                <a:latin typeface="Meiryo"/>
                <a:ea typeface="Meiryo"/>
              </a:rPr>
              <a:t>GPU tensor unlock source for RTX 4090 and experimental RTX 4070 Ti SUPER; firmwa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328"/>
                </a:solidFill>
                <a:latin typeface="Meiryo"/>
                <a:ea typeface="Meiryo"/>
              </a:rPr>
              <a:t>GPU tensor unlock source for RTX 4090 and experimental RTX 4070 Ti SUPER; firmware generated locally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・スター数: 4545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・主要言語: 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8. JustAResearcher/gpu-unlock-ada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詳細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注記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自動解説の生成に失敗しました（API エラー）。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8. JustAResearcher/gpu-unlock-ada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技術構成と向いている人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技術構成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C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向いている人・用途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README からは不明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9. interplains/Zero-Breach-Toolkit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9441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0969DA"/>
                </a:solidFill>
                <a:latin typeface="Meiryo"/>
                <a:ea typeface="Meiryo"/>
                <a:hlinkClick r:id="rId2"/>
              </a:rPr>
              <a:t>https://github.com/interplains/Zero-Breach-Toolkit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1A7F37"/>
                </a:solidFill>
                <a:latin typeface="Meiryo"/>
                <a:ea typeface="Meiryo"/>
              </a:rPr>
              <a:t>【総合】 ★ 3,698 ／ 言語 Python ／ 作成 2026-10-25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328"/>
                </a:solidFill>
                <a:latin typeface="Meiryo"/>
                <a:ea typeface="Meiryo"/>
              </a:rPr>
              <a:t>Free, open-source, offline checks for traces of known mercenary spyware. Works o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328"/>
                </a:solidFill>
                <a:latin typeface="Meiryo"/>
                <a:ea typeface="Meiryo"/>
              </a:rPr>
              <a:t>Free, open-source, offline checks for traces of known mercenary spyware. Works on Windows, macOS and Linux, Android phones and iPhone backups.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・スター数: 3698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・主要言語: Python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9. interplains/Zero-Breach-Toolkit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詳細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注記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自動解説の生成に失敗しました（API エラー）。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9. interplains/Zero-Breach-Toolkit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技術構成と向いている人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技術構成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Python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向いている人・用途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README からは不明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10. anhao/ai-pose-gallery-zh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9441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0969DA"/>
                </a:solidFill>
                <a:latin typeface="Meiryo"/>
                <a:ea typeface="Meiryo"/>
                <a:hlinkClick r:id="rId2"/>
              </a:rPr>
              <a:t>https://github.com/anhao/ai-pose-gallery-zh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1A7F37"/>
                </a:solidFill>
                <a:latin typeface="Meiryo"/>
                <a:ea typeface="Meiryo"/>
              </a:rPr>
              <a:t>【総合】 ★ 3,600 ／ 言語 HTML ／ 作成 2026-10-27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328"/>
                </a:solidFill>
                <a:latin typeface="Meiryo"/>
                <a:ea typeface="Meiryo"/>
              </a:rPr>
              <a:t>中文版 AI 姿势参考图库 · 1439 组 / 2878 张图片 / 完整汉化 · 零依赖静态画廊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328"/>
                </a:solidFill>
                <a:latin typeface="Meiryo"/>
                <a:ea typeface="Meiryo"/>
              </a:rPr>
              <a:t>中文版 AI 姿势参考图库 · 1439 组 / 2878 张图片 / 完整汉化 · 零依赖静态画廊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・スター数: 3600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・主要言語: HTML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10. anhao/ai-pose-gallery-zh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詳細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注記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自動解説の生成に失敗しました（API エラー）。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2328"/>
                </a:solidFill>
                <a:latin typeface="Meiryo"/>
                <a:ea typeface="Meiryo"/>
              </a:rPr>
              <a:t>10. anhao/ai-pose-gallery-zh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7606A"/>
                </a:solidFill>
                <a:latin typeface="Meiryo"/>
                <a:ea typeface="Meiryo"/>
              </a:rPr>
              <a:t>技術構成と向いている人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技術構成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HTML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0969DA"/>
                </a:solidFill>
                <a:latin typeface="Meiryo"/>
                <a:ea typeface="Meiryo"/>
              </a:rPr>
              <a:t>向いている人・用途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Meiryo"/>
                <a:ea typeface="Meiryo"/>
              </a:rPr>
              <a:t>README からは不明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